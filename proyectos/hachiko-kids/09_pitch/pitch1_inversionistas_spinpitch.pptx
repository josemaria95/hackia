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mascota virtual que revela los patrones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emocionales de tu hijo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Inversionistas · Metodología Spinpitch by Pía Cárdenas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Situación Inicial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84048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de cada 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 en Chile presenta algún problema de salud mental antes de los 12 años. La crisis post-pandemia disparó estas cifras un 47%.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393192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contexto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buscan respuestas a las 11pm en Google.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niños no pueden llenar cuestionarios clínicos.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pediatra ve solo 45 min cada 14 días (0.2% del tiempo emocional del niño).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Niño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verbalizar qué siente. Se aísla, se frustra, se porta mal. Nadie le pregunta de forma que pueda responder.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554480"/>
            <a:ext cx="26060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Padre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entiende por qué su hijo se comporta así. Siente culpa. Busca en Google a las 11pm sin encontrar respuestas concretas.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554480"/>
            <a:ext cx="260604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Clínico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0.2% del tiempo emocional del niño. Depende de cuestionarios que los niños no pueden llenar. Datos insuficientes.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pasa si no se resuelve?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2D25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problemas de salud mental adulta comienzan antes de los 14 años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2D25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global anual de problemas de salud mental no tratados en jóvenes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2D25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3-6 meses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3886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espera promedio para acceder a atención psicológica infantil en Chile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B6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por esto que hemos desarrollado...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donde el niño cuida una mascota virtual, genera patrones 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comportamiento, y el padre recibe resúmenes semanales con tips accionables.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de Valor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73152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Niño (4-12)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amigo en tu tablet que siempre está feliz de verte. Tú decides qué pasa.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06040"/>
            <a:ext cx="73152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15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081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por qué tu hijo se comporta así a través de su mascota. Tips concretos cada semana. Sin culpa.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73152" cy="9601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 (Fase 2+)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788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ya usan la app. Cuando un patrón necesita atención profesional, tienes los datos.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Elige mascota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Luna, Gato, Conejo o Panda. Le pone nombre.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011680" y="22402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Situación diaria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 necesita ordenar juguetes — ¿la ayudas?"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50876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49040" y="22402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Emoción + reacción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elige cómo se siente la mascota y qué hacer.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50876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0" y="22402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Micro-actividad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"Respira con Luna" — técnica gamificada.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150876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223760" y="22402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semanal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recibe patrones + tip accionable cada lunes.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45920"/>
            <a:ext cx="2560320" cy="2560320"/>
          </a:xfrm>
          <a:prstGeom prst="ellipse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194560"/>
            <a:ext cx="1463040" cy="14630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5544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554480"/>
            <a:ext cx="73152" cy="9144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$5-8B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 digital + wellness + EdTech SEL global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651760"/>
            <a:ext cx="73152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724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LATAM: Chile $28.8M + México $150M + Colombia $50M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74904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822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$1.85M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Year 3: B2C familias + B2B clínicas + PIE colegios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 Padres (Prioridad 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mascota + situación + emoción + resumen básico semanal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$5/mes: resumen diario, tips personalizados, alertas, evolución de mascota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$62.50 | CAC: $8 | Ratio 7.8:1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conversión: 15-25% al mes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63040"/>
            <a:ext cx="384048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Clínicas + Colegios (Fase 2+)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Clínicas: $5-12/paciente/mes (dashboard + datos continuos)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Colegios PIE: $2-4/niño/mes (subsidio Mineduc)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contrato clínica: $48K | CAC: $300 | Ratio 160:1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Aseguradoras: white-label (Mes 12+)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Competencia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Hachiko Kids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 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Mascota virtual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emocionales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padres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(limitado)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a clínicas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español/LATAM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hardware extra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828800"/>
            <a:ext cx="914400" cy="914400"/>
          </a:xfrm>
          <a:prstGeom prst="ellipse">
            <a:avLst/>
          </a:prstGeom>
          <a:solidFill>
            <a:srgbClr val="7B61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Edgar Gomero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Producto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Ex-CEAPSI (programa de integración escolar). Conoce el sistema PIE desde adentro. Experiencia en UX y producto digital.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54480"/>
            <a:ext cx="26060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828800"/>
            <a:ext cx="914400" cy="9144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20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Engineer. Infraestructura backend, pipelines de datos y analytics. Supabase + React Native.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26060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como co-founder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2 opera como 5-6. MVP en 3-4 días. Iteraciones en horas, no días. Contenido instantáneo.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 y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0-1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1280160" cy="0"/>
          </a:xfrm>
          <a:prstGeom prst="line">
            <a:avLst/>
          </a:prstGeom>
          <a:noFill/>
          <a:ln w="25400">
            <a:solidFill>
              <a:srgbClr val="E8E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148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pre-build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+ entrevistas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2-3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1280160" cy="0"/>
          </a:xfrm>
          <a:prstGeom prst="line">
            <a:avLst/>
          </a:prstGeom>
          <a:noFill/>
          <a:ln w="25400">
            <a:solidFill>
              <a:srgbClr val="E8E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2148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+ Piloto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niños, 15-20 familias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5087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1280160" cy="0"/>
          </a:xfrm>
          <a:prstGeom prst="line">
            <a:avLst/>
          </a:prstGeom>
          <a:noFill/>
          <a:ln w="25400">
            <a:solidFill>
              <a:srgbClr val="E8E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148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 descargas orgánicas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50876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92240" y="1737360"/>
            <a:ext cx="1280160" cy="0"/>
          </a:xfrm>
          <a:prstGeom prst="line">
            <a:avLst/>
          </a:prstGeom>
          <a:noFill/>
          <a:ln w="25400">
            <a:solidFill>
              <a:srgbClr val="E8E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148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Clínicas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clínicas piloto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150876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23760" y="2148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$5-10K MRR, PIE pilots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ahora?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post-pandemia: +47% problemas de salud mental infantil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21.430 (Chile): derechos del niño + presupuesto para bienestar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TEA: obliga a colegios a integrar apoyo socioemocional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permite que un equipo de 2 construya como 5-6 en tiempo récord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73152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Buscamos: Pre-seed para validación acelerada → piloto 30 días → App Store → primeras clínicas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B6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1B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"Los niños no pueden decirnos qué sienten.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sí pueden mostrárnoslo a través del juego."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edgar.gomero@gmail.com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Hachiko Kids - Pitch Inversionistas (Metodología Spinpitch)</dc:title>
  <dc:subject>PptxGenJS Presentation</dc:subject>
  <dc:creator>Edgar Gomero - Hachiko Kids</dc:creator>
  <cp:lastModifiedBy>Edgar Gomero - Hachiko Kids</cp:lastModifiedBy>
  <cp:revision>1</cp:revision>
  <dcterms:created xsi:type="dcterms:W3CDTF">2026-03-18T04:09:57Z</dcterms:created>
  <dcterms:modified xsi:type="dcterms:W3CDTF">2026-03-18T04:09:57Z</dcterms:modified>
</cp:coreProperties>
</file>