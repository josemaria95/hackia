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34D39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conductuales continuos de tus pacientes.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el niño llene un cuestionario.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Clínicas &amp; Colegios · Metodología Spinpitch by Pía Cárdenas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Situación Inicial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2926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realidad del profesional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a un paciente 45 minutos cada 14 días. Eso representa solo el 0.2% de su tiempo emocional real. El resto es invisible.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min / 14 días = 0.2%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54480"/>
            <a:ext cx="73152" cy="2926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colegio PIE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6636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PIE atiende a decenas de niños con recursos limitados. Las evaluaciones son puntuales, no continuas. No hay forma de priorizar quién necesita más apoyo esta semana.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Problemática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Instrumentos insuficientes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CBCL, SDQ y cuestionarios clínicos requieren que el niño verbalice. Los menores de 12 años no pueden hacerlo de forma confiable.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intermitentes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9992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capturas puntuales cada 2 semanas. No ves tendencias, no detectas cambios entre sesiones, no priorizas pacientes.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canal orgánico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5079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no llegan solos a la clínica. No hay forma de captar familias antes de que el problema escale a crisis.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esto no se resuelve...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0" y="1600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problemas de salud mental adulta se originan antes de los 14 años sin intervención temprana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3-6 meses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lista de espera para atención psicológica infantil en sistema público en Chile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de cada 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 chilenos presenta problemas de salud mental — muchos nunca son detectados a tiempo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Tranquilos... llegamos a solucionar.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ya usan la app porque su hijo ama la mascota.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patrón necesita atención profesional, tú recibes los datos.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cambiar tu flujo de trabajo. Sin que el niño llene un cuestionario.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 para ti?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6060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73736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niño juega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una mascota virtual. Elige emociones, reacciona a situaciones, hace micro-actividades. 90 segundos al día.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26060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7373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datos fluyen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dimensiones conductuales se capturan: seguimiento de instrucciones, socialización, regulación emocional, ánimo, conducta prosocial, y patrones pasivos.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606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737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priorizas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patrones por paciente. Alertas si un niño muestra cambios significativos. Datos continuos entre sesiones.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Dimensiones Conductuales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de instrucciones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 necesita ordenar juguetes — ¿la ayudas?"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 con SDQ conducta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 quiere jugar — ¿sola o con amigos?"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pares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Conducta prosocial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"Otra mascota quiere el juguete de Luna"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Empatía y compartir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472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Regulación emocional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"Luna está enojada — ¿qué quiere?" (respirar/gritar/hablar)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afrontamiento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 ánimo general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caras emocionales: feliz/normal/triste/enojado/asustado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emocional diario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pasivos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Frecuencia, hora, duración, patrón por día de semana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y rutina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para tu Institución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30 días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(20-50 pacientes): $8/paciente/mes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(50-200): $6/paciente/mes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 (200+): $5/paciente/mes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dashboard, alertas, datos entre sesiones, reportes exportables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Colegios / PIE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60 días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(50-200 niños): $3/niño/mes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(200+): $2/niño/mes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subsidio Mineduc para "recursos de apoyo"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TEA y Ley 21.430 impulsan este presupuesto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Éxito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&gt;60%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datos &gt;4 días/semana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 revisan dashboard semanalmente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&gt;3/5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dicen que los datos cambiaron sus sesiones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60-120s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promedio del niño (no invasiva)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nosotros?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Edgar Gomero — CEO / Producto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Ex-CEAPSI, conoce el sistema PIE desde adentro. Ha visto cómo los niños no pueden verbalizar lo que sienten y cómo los profesionales no tienen datos continuos. Este producto nace de esa experiencia directa.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 — CTO / Data Engineer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backend, pipelines de datos. Construye el sistema que transforma juego en datos clínicos útiles.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Founder-market fit: conocemos el sistema PIE y las clínicas infantiles de Chile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acelerador: equipo de 2 opera como 5-6, iteramos en horas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construimos: landing, brandbook, documentación completa del producto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ahora?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361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21.430 obliga a priorizar bienestar infantil — hay presupuesto nuevo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91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TEA: colegios deben integrar apoyo socioemocional (ya estás buscando herramientas)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8211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Post-pandemia: +47% problemas de salud mental infantil. Tu lista de espera creció.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F2D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931920"/>
            <a:ext cx="73152" cy="6400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0507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ya buscan apps — que lleguen a ti con datos, no con angustia sin contexto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gratuito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días sin costo. Tú eliges 5-10 pacientes/estudiantes.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simple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padres descargan la app. El niño elige su mascota. Datos fluyen a tu dashboard.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conjunta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30 días revisamos juntos: ¿los datos son útiles? ¿Cambiarían tus sesiones?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246120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 informada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funciona, activamos plan institucional. Si no, aprendimos juntos. Sin compromiso.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65A5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34D39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"Los niños no pueden decirnos qué sienten.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sí pueden mostrárnoslo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través del juego."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Hachiko Kids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conductuales continuos.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cuestionarios. Sin hardware.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mascota que el niño ama.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edgar.gomero@gmail.com · Piloto gratuito disponible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Hachiko Kids - Pitch Clínicas &amp; Colegios (Metodología Spinpitch)</dc:title>
  <dc:subject>PptxGenJS Presentation</dc:subject>
  <dc:creator>Edgar Gomero - Hachiko Kids</dc:creator>
  <cp:lastModifiedBy>Edgar Gomero - Hachiko Kids</cp:lastModifiedBy>
  <cp:revision>1</cp:revision>
  <dcterms:created xsi:type="dcterms:W3CDTF">2026-03-18T04:09:58Z</dcterms:created>
  <dcterms:modified xsi:type="dcterms:W3CDTF">2026-03-18T04:09:58Z</dcterms:modified>
</cp:coreProperties>
</file>